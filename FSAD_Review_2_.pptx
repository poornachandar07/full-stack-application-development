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22" autoAdjust="0"/>
  </p:normalViewPr>
  <p:slideViewPr>
    <p:cSldViewPr>
      <p:cViewPr varScale="1">
        <p:scale>
          <a:sx n="59" d="100"/>
          <a:sy n="59" d="100"/>
        </p:scale>
        <p:origin x="3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J . POORNA CHANDAR – VTU25980 – 23UECS0748</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4 –  Quality Education</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as well as external national-level events like hackathons and summits,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process payments, and generate reports efficiently. Therefore, there is a need for a secure, reliable, and fully automated ticket booking system that allows users to book tickets easily, pay via UPI QR code, receive downloadable PDF tickets with verification QR,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integrate UPI QR code payment and generate downloadable PDF tickets with verification QR.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edit, delete events and manage 30+ internal and external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generates UPI QR code for exact ticket amount and allows PDF ticket download with verification QR.</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4" name="Picture 43" descr="arch_v3.png"/>
          <p:cNvPicPr>
            <a:picLocks noChangeAspect="1"/>
          </p:cNvPicPr>
          <p:nvPr/>
        </p:nvPicPr>
        <p:blipFill>
          <a:blip r:embed="rId3"/>
          <a:stretch>
            <a:fillRect/>
          </a:stretch>
        </p:blipFill>
        <p:spPr>
          <a:xfrm>
            <a:off x="2269896" y="1741461"/>
            <a:ext cx="14611350" cy="7635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1" name="Picture 50" descr="workflow_diagram.png"/>
          <p:cNvPicPr>
            <a:picLocks noChangeAspect="1"/>
          </p:cNvPicPr>
          <p:nvPr/>
        </p:nvPicPr>
        <p:blipFill>
          <a:blip r:embed="rId3"/>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5604272"/>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1.Node.js</a:t>
            </a:r>
          </a:p>
          <a:p>
            <a:r>
              <a:rPr lang="en-US" sz="2800" dirty="0"/>
              <a:t>2.Express.js</a:t>
            </a:r>
          </a:p>
          <a:p>
            <a:endParaRPr lang="en-US" sz="2800" dirty="0"/>
          </a:p>
          <a:p>
            <a:r>
              <a:rPr lang="en-US" sz="2800" dirty="0">
                <a:solidFill>
                  <a:srgbClr val="0033CC"/>
                </a:solidFill>
              </a:rPr>
              <a:t> Data Base / Tools:</a:t>
            </a:r>
          </a:p>
          <a:p>
            <a:endParaRPr lang="en-US" sz="2800" dirty="0"/>
          </a:p>
          <a:p>
            <a:r>
              <a:rPr lang="en-US" sz="2800" dirty="0"/>
              <a:t>1.MySQL 8.0</a:t>
            </a:r>
          </a:p>
          <a:p>
            <a:r>
              <a:rPr lang="en-US" sz="2800" dirty="0"/>
              <a:t>2.MySQL Workbench</a:t>
            </a:r>
          </a:p>
          <a:p>
            <a:r>
              <a:rPr lang="en-US" sz="2800" dirty="0"/>
              <a:t>3.Axios, QRCode, jsPDF</a:t>
            </a:r>
          </a:p>
          <a:p>
            <a:endParaRPr lang="en-US" sz="2800" dirty="0"/>
          </a:p>
          <a:p>
            <a:endParaRPr lang="en-US" sz="2800" dirty="0"/>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Event Management</a:t>
            </a:r>
          </a:p>
          <a:p>
            <a:r>
              <a:rPr lang="en-US" sz="2800" dirty="0"/>
              <a:t>Allows admin to add, edit, delete events, manage seat count, pricing, dates and UPI payment settings.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with a unique verification QR code and allows users to download ticket as PDF.</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descr="The image displays a dark purple background with a login interface, featuring fields for email and password, and options for signing up or admin login.&#10;&#10;AI-generated content may be incorrect.">
            <a:extLst>
              <a:ext uri="{FF2B5EF4-FFF2-40B4-BE49-F238E27FC236}">
                <a16:creationId xmlns:a16="http://schemas.microsoft.com/office/drawing/2014/main" id="{25635987-0418-6A64-6A8F-3BB4D4750673}"/>
              </a:ext>
            </a:extLst>
          </p:cNvPr>
          <p:cNvPicPr>
            <a:picLocks noChangeAspect="1"/>
          </p:cNvPicPr>
          <p:nvPr/>
        </p:nvPicPr>
        <p:blipFill>
          <a:blip r:embed="rId3"/>
          <a:stretch>
            <a:fillRect/>
          </a:stretch>
        </p:blipFill>
        <p:spPr>
          <a:xfrm>
            <a:off x="2209800" y="1714118"/>
            <a:ext cx="14456393" cy="7734970"/>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The image depicts a user interface for an event booking platform, featuring a colorful layout with tabs for 'Discover &amp; Book Events', various event categories, and a list of upcoming events with their dates, locations, and pricing options.&#10;&#10;AI-generated content may be incorrect.">
            <a:extLst>
              <a:ext uri="{FF2B5EF4-FFF2-40B4-BE49-F238E27FC236}">
                <a16:creationId xmlns:a16="http://schemas.microsoft.com/office/drawing/2014/main" id="{8C284DBE-893F-53F9-26E0-431D13317D2B}"/>
              </a:ext>
            </a:extLst>
          </p:cNvPr>
          <p:cNvPicPr>
            <a:picLocks noChangeAspect="1"/>
          </p:cNvPicPr>
          <p:nvPr/>
        </p:nvPicPr>
        <p:blipFill>
          <a:blip r:embed="rId3"/>
          <a:stretch>
            <a:fillRect/>
          </a:stretch>
        </p:blipFill>
        <p:spPr>
          <a:xfrm>
            <a:off x="2099607" y="1607428"/>
            <a:ext cx="14616427" cy="7948349"/>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The image displays a booking form for a cloud computing workshop, with fields for full name, email, roll number, department, quantity, and total amount, followed by an option to proceed to payment.&#10;&#10;AI-generated content may be incorrect.">
            <a:extLst>
              <a:ext uri="{FF2B5EF4-FFF2-40B4-BE49-F238E27FC236}">
                <a16:creationId xmlns:a16="http://schemas.microsoft.com/office/drawing/2014/main" id="{19E52B88-192E-4795-7922-628CD08C12E9}"/>
              </a:ext>
            </a:extLst>
          </p:cNvPr>
          <p:cNvPicPr>
            <a:picLocks noChangeAspect="1"/>
          </p:cNvPicPr>
          <p:nvPr/>
        </p:nvPicPr>
        <p:blipFill>
          <a:blip r:embed="rId3"/>
          <a:stretch>
            <a:fillRect/>
          </a:stretch>
        </p:blipFill>
        <p:spPr>
          <a:xfrm>
            <a:off x="1758842" y="2254251"/>
            <a:ext cx="7082786" cy="6172735"/>
          </a:xfrm>
          <a:prstGeom prst="rect">
            <a:avLst/>
          </a:prstGeom>
        </p:spPr>
      </p:pic>
      <p:pic>
        <p:nvPicPr>
          <p:cNvPr id="38" name="Picture 37" descr="A user's cloud computing workshop ticket with payment details, verification code, and download link.&#10;&#10;AI-generated content may be incorrect.">
            <a:extLst>
              <a:ext uri="{FF2B5EF4-FFF2-40B4-BE49-F238E27FC236}">
                <a16:creationId xmlns:a16="http://schemas.microsoft.com/office/drawing/2014/main" id="{C8084CEB-35CB-A1C1-2555-F944A027E98B}"/>
              </a:ext>
            </a:extLst>
          </p:cNvPr>
          <p:cNvPicPr>
            <a:picLocks noChangeAspect="1"/>
          </p:cNvPicPr>
          <p:nvPr/>
        </p:nvPicPr>
        <p:blipFill>
          <a:blip r:embed="rId4"/>
          <a:stretch>
            <a:fillRect/>
          </a:stretch>
        </p:blipFill>
        <p:spPr>
          <a:xfrm>
            <a:off x="9720420" y="2217949"/>
            <a:ext cx="7399661" cy="646232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image displays an admin dashboard for EventBooking, featuring a list of booked events, their status, and associated details like email, quantity, and amount.&#10;&#10;AI-generated content may be incorrect.">
            <a:extLst>
              <a:ext uri="{FF2B5EF4-FFF2-40B4-BE49-F238E27FC236}">
                <a16:creationId xmlns:a16="http://schemas.microsoft.com/office/drawing/2014/main" id="{2A2CE357-1555-B7F3-AF0B-98EC32F4A52B}"/>
              </a:ext>
            </a:extLst>
          </p:cNvPr>
          <p:cNvPicPr>
            <a:picLocks noChangeAspect="1"/>
          </p:cNvPicPr>
          <p:nvPr/>
        </p:nvPicPr>
        <p:blipFill>
          <a:blip r:embed="rId3"/>
          <a:stretch>
            <a:fillRect/>
          </a:stretch>
        </p:blipFill>
        <p:spPr>
          <a:xfrm>
            <a:off x="2162160" y="1676400"/>
            <a:ext cx="14456393" cy="7788315"/>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635</TotalTime>
  <Words>849</Words>
  <Application>Microsoft Office PowerPoint</Application>
  <PresentationFormat>Custom</PresentationFormat>
  <Paragraphs>332</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Cambria</vt:lpstr>
      <vt:lpstr>Gotham Bold Italics</vt:lpstr>
      <vt:lpstr>Arial</vt:lpstr>
      <vt:lpstr>Gotham</vt:lpstr>
      <vt:lpstr>Times New Roman</vt:lpstr>
      <vt:lpstr>Bookman Old Style</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Jonnalagadda Poorna Chandar</cp:lastModifiedBy>
  <cp:revision>27</cp:revision>
  <dcterms:created xsi:type="dcterms:W3CDTF">2006-08-16T00:00:00Z</dcterms:created>
  <dcterms:modified xsi:type="dcterms:W3CDTF">2026-05-05T18:10:48Z</dcterms:modified>
  <dc:identifier>DAHCaYqJ9OU</dc:identifier>
</cp:coreProperties>
</file>